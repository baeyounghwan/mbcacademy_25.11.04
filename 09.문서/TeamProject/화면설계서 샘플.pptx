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32" r:id="rId2"/>
    <p:sldId id="433" r:id="rId3"/>
    <p:sldId id="434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453" r:id="rId23"/>
    <p:sldId id="454" r:id="rId24"/>
    <p:sldId id="455" r:id="rId25"/>
    <p:sldId id="456" r:id="rId26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트로" id="{663C9C67-244E-1A4F-987C-8C425F635126}">
          <p14:sldIdLst>
            <p14:sldId id="432"/>
            <p14:sldId id="433"/>
          </p14:sldIdLst>
        </p14:section>
        <p14:section name="PC 설계" id="{19E84155-19BC-8D4D-93F3-CF5AD5802AFD}">
          <p14:sldIdLst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</p14:sldIdLst>
        </p14:section>
        <p14:section name="Mobile 설계" id="{24868BDB-AC6B-0146-92FD-6A424F995AB7}">
          <p14:sldIdLst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</p14:sldIdLst>
        </p14:section>
        <p14:section name="마무리" id="{2AE0D2A2-8C7E-AD4F-A07B-4DD36D3D9D75}">
          <p14:sldIdLst>
            <p14:sldId id="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46"/>
    <p:restoredTop sz="96240"/>
  </p:normalViewPr>
  <p:slideViewPr>
    <p:cSldViewPr>
      <p:cViewPr>
        <p:scale>
          <a:sx n="114" d="100"/>
          <a:sy n="114" d="100"/>
        </p:scale>
        <p:origin x="52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62020" cy="16202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634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983F070-DE4D-4383-959D-72D16F6B6E2D}"/>
              </a:ext>
            </a:extLst>
          </p:cNvPr>
          <p:cNvSpPr txBox="1">
            <a:spLocks/>
          </p:cNvSpPr>
          <p:nvPr userDrawn="1"/>
        </p:nvSpPr>
        <p:spPr>
          <a:xfrm>
            <a:off x="133824" y="279450"/>
            <a:ext cx="6076754" cy="29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b="0" kern="120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7D9ED13-853E-4F36-B820-558FB0BA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00ED1657-F293-987A-3264-E55BA8923D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12129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FBAE40"/>
          </p15:clr>
        </p15:guide>
        <p15:guide id="4" orient="horz" pos="4110">
          <p15:clr>
            <a:srgbClr val="FBAE40"/>
          </p15:clr>
        </p15:guide>
        <p15:guide id="5" pos="75">
          <p15:clr>
            <a:srgbClr val="FBAE40"/>
          </p15:clr>
        </p15:guide>
        <p15:guide id="6" pos="760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텍스트 개체 틀 2"/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983F070-DE4D-4383-959D-72D16F6B6E2D}"/>
              </a:ext>
            </a:extLst>
          </p:cNvPr>
          <p:cNvSpPr txBox="1">
            <a:spLocks/>
          </p:cNvSpPr>
          <p:nvPr userDrawn="1"/>
        </p:nvSpPr>
        <p:spPr>
          <a:xfrm>
            <a:off x="133824" y="279450"/>
            <a:ext cx="6076754" cy="29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b="0" kern="120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F37FA15F-0833-4173-9ED9-1C1E340A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C84AF107-A165-A560-1D73-05AEE8B13C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10498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FBAE40"/>
          </p15:clr>
        </p15:guide>
        <p15:guide id="4" orient="horz" pos="4110">
          <p15:clr>
            <a:srgbClr val="FBAE40"/>
          </p15:clr>
        </p15:guide>
        <p15:guide id="5" pos="75">
          <p15:clr>
            <a:srgbClr val="FBAE40"/>
          </p15:clr>
        </p15:guide>
        <p15:guide id="6" pos="760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983F070-DE4D-4383-959D-72D16F6B6E2D}"/>
              </a:ext>
            </a:extLst>
          </p:cNvPr>
          <p:cNvSpPr txBox="1">
            <a:spLocks/>
          </p:cNvSpPr>
          <p:nvPr userDrawn="1"/>
        </p:nvSpPr>
        <p:spPr>
          <a:xfrm>
            <a:off x="133824" y="279450"/>
            <a:ext cx="6076754" cy="29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b="0" kern="120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EB6AF4F5-D567-4393-AFC5-7A6305C0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C8A5F9AE-BDB5-0670-B6E5-C627C8B614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70097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49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E3BFE7-BA88-4ABA-9994-51F135AD0C98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BA35D034-84FD-441D-8981-3FA3F5BCD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CA633-2BB7-4196-8ECE-210E856BEF80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5" name="제목 3">
            <a:extLst>
              <a:ext uri="{FF2B5EF4-FFF2-40B4-BE49-F238E27FC236}">
                <a16:creationId xmlns:a16="http://schemas.microsoft.com/office/drawing/2014/main" id="{27FF1712-7DB8-43AB-818D-E0CF9D395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3495C947-E237-FA87-719F-11755EA081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830500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49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73D66193-0EEF-459D-B1F3-8EC10526D3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5" y="692150"/>
            <a:ext cx="7992110" cy="4500563"/>
          </a:xfrm>
          <a:prstGeom prst="rect">
            <a:avLst/>
          </a:prstGeom>
        </p:spPr>
      </p:pic>
      <p:sp>
        <p:nvSpPr>
          <p:cNvPr id="13" name="제목 3">
            <a:extLst>
              <a:ext uri="{FF2B5EF4-FFF2-40B4-BE49-F238E27FC236}">
                <a16:creationId xmlns:a16="http://schemas.microsoft.com/office/drawing/2014/main" id="{6A38FB78-B1F9-4EAF-B43D-4288611A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CDAA9C2-EA1C-EB53-3EA2-354ABB27459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13331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71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E3BFE7-BA88-4ABA-9994-51F135AD0C98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BA35D034-84FD-441D-8981-3FA3F5BCD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CA633-2BB7-4196-8ECE-210E856BEF80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024A0117-8165-4535-9FE7-C6F26231C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" y="692150"/>
            <a:ext cx="7988300" cy="4500563"/>
          </a:xfrm>
          <a:prstGeom prst="rect">
            <a:avLst/>
          </a:prstGeom>
        </p:spPr>
      </p:pic>
      <p:sp>
        <p:nvSpPr>
          <p:cNvPr id="16" name="제목 3">
            <a:extLst>
              <a:ext uri="{FF2B5EF4-FFF2-40B4-BE49-F238E27FC236}">
                <a16:creationId xmlns:a16="http://schemas.microsoft.com/office/drawing/2014/main" id="{A3047D47-3874-4A71-B506-B331AFBF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89BA23A5-3980-B8D9-EB26-2BDB374826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237956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71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73D66193-0EEF-459D-B1F3-8EC10526D3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" y="692150"/>
            <a:ext cx="7988300" cy="5832475"/>
          </a:xfrm>
          <a:prstGeom prst="rect">
            <a:avLst/>
          </a:prstGeom>
        </p:spPr>
      </p:pic>
      <p:sp>
        <p:nvSpPr>
          <p:cNvPr id="13" name="제목 3">
            <a:extLst>
              <a:ext uri="{FF2B5EF4-FFF2-40B4-BE49-F238E27FC236}">
                <a16:creationId xmlns:a16="http://schemas.microsoft.com/office/drawing/2014/main" id="{6A38FB78-B1F9-4EAF-B43D-4288611A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9FA8EC6B-36A6-831E-DE59-C93078A6BE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955971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71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5248C09-216F-4017-890C-03AD365F3C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20" name="모서리가 둥근 직사각형 16">
            <a:extLst>
              <a:ext uri="{FF2B5EF4-FFF2-40B4-BE49-F238E27FC236}">
                <a16:creationId xmlns:a16="http://schemas.microsoft.com/office/drawing/2014/main" id="{E4C84FB5-784A-4EE6-8C03-56EC59DEC6F3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모서리가 둥근 직사각형 17">
            <a:extLst>
              <a:ext uri="{FF2B5EF4-FFF2-40B4-BE49-F238E27FC236}">
                <a16:creationId xmlns:a16="http://schemas.microsoft.com/office/drawing/2014/main" id="{C2485F0E-517F-41A6-B6D3-898E1C7787F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E3BFE7-BA88-4ABA-9994-51F135AD0C98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BA35D034-84FD-441D-8981-3FA3F5BCD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CA633-2BB7-4196-8ECE-210E856BEF80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024A0117-8165-4535-9FE7-C6F26231C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" y="692150"/>
            <a:ext cx="7988300" cy="5832475"/>
          </a:xfrm>
          <a:prstGeom prst="rect">
            <a:avLst/>
          </a:prstGeom>
        </p:spPr>
      </p:pic>
      <p:sp>
        <p:nvSpPr>
          <p:cNvPr id="16" name="제목 3">
            <a:extLst>
              <a:ext uri="{FF2B5EF4-FFF2-40B4-BE49-F238E27FC236}">
                <a16:creationId xmlns:a16="http://schemas.microsoft.com/office/drawing/2014/main" id="{A3047D47-3874-4A71-B506-B331AFBF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8EA06F4E-4A14-21BD-97E7-8570B89D13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245771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3">
          <p15:clr>
            <a:srgbClr val="FBAE40"/>
          </p15:clr>
        </p15:guide>
        <p15:guide id="2" orient="horz" pos="1842">
          <p15:clr>
            <a:srgbClr val="FBAE40"/>
          </p15:clr>
        </p15:guide>
        <p15:guide id="3" orient="horz" pos="436">
          <p15:clr>
            <a:srgbClr val="000000"/>
          </p15:clr>
        </p15:guide>
        <p15:guide id="4" orient="horz" pos="4110">
          <p15:clr>
            <a:srgbClr val="FBAE40"/>
          </p15:clr>
        </p15:guide>
        <p15:guide id="6" pos="7605">
          <p15:clr>
            <a:srgbClr val="FBAE40"/>
          </p15:clr>
        </p15:guide>
        <p15:guide id="7" pos="5110">
          <p15:clr>
            <a:srgbClr val="000000"/>
          </p15:clr>
        </p15:guide>
        <p15:guide id="8" orient="horz" pos="3271">
          <p15:clr>
            <a:srgbClr val="000000"/>
          </p15:clr>
        </p15:guide>
        <p15:guide id="9" pos="75">
          <p15:clr>
            <a:srgbClr val="00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2C3444DE-13F5-47AD-A613-0B656AED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CD825BC2-33B2-4B91-89C9-72664E93DA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700337" cy="5829749"/>
          </a:xfrm>
          <a:prstGeom prst="rect">
            <a:avLst/>
          </a:prstGeom>
        </p:spPr>
      </p:pic>
      <p:sp>
        <p:nvSpPr>
          <p:cNvPr id="3" name="직사각형 11">
            <a:extLst>
              <a:ext uri="{FF2B5EF4-FFF2-40B4-BE49-F238E27FC236}">
                <a16:creationId xmlns:a16="http://schemas.microsoft.com/office/drawing/2014/main" id="{27F87698-3F7A-DCFD-2883-4296EFC62D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89332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  <p15:guide id="12" pos="1776">
          <p15:clr>
            <a:srgbClr val="00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759633-8477-4D36-8FC5-22E3BDC9DCC8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16102D4-1B65-46B1-91BD-4D60AB8A6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F1901-F905-43DD-A96D-42DF68EFF006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5" name="제목 3">
            <a:extLst>
              <a:ext uri="{FF2B5EF4-FFF2-40B4-BE49-F238E27FC236}">
                <a16:creationId xmlns:a16="http://schemas.microsoft.com/office/drawing/2014/main" id="{597072B7-DC69-458F-9A5F-B12F0C40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67460DAC-2A0C-40DE-86B6-3AAB008EDD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2" name="직사각형 11">
            <a:extLst>
              <a:ext uri="{FF2B5EF4-FFF2-40B4-BE49-F238E27FC236}">
                <a16:creationId xmlns:a16="http://schemas.microsoft.com/office/drawing/2014/main" id="{544C8813-1E24-1FED-88EC-029451F8F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007559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sp>
        <p:nvSpPr>
          <p:cNvPr id="15" name="제목 3">
            <a:extLst>
              <a:ext uri="{FF2B5EF4-FFF2-40B4-BE49-F238E27FC236}">
                <a16:creationId xmlns:a16="http://schemas.microsoft.com/office/drawing/2014/main" id="{0CEC925B-B065-48B7-8B4D-5A0A08FA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6" name="그래픽 15">
            <a:extLst>
              <a:ext uri="{FF2B5EF4-FFF2-40B4-BE49-F238E27FC236}">
                <a16:creationId xmlns:a16="http://schemas.microsoft.com/office/drawing/2014/main" id="{9377F5D9-BDEE-41A8-9778-A80739B1E8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2" name="직사각형 11">
            <a:extLst>
              <a:ext uri="{FF2B5EF4-FFF2-40B4-BE49-F238E27FC236}">
                <a16:creationId xmlns:a16="http://schemas.microsoft.com/office/drawing/2014/main" id="{EB3F7D6B-4D88-AF96-4C50-A146B9E11E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921008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1535F1-60A6-4936-AF12-5C4B905E203F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486CE25B-F54F-47E3-9041-026F26DA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975549-5724-4A23-A415-86208EAAB663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0" name="제목 3">
            <a:extLst>
              <a:ext uri="{FF2B5EF4-FFF2-40B4-BE49-F238E27FC236}">
                <a16:creationId xmlns:a16="http://schemas.microsoft.com/office/drawing/2014/main" id="{3398A312-B86F-4DCA-8085-29534B2C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C041951A-0B45-4B70-B405-920D33E5A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2" name="직사각형 11">
            <a:extLst>
              <a:ext uri="{FF2B5EF4-FFF2-40B4-BE49-F238E27FC236}">
                <a16:creationId xmlns:a16="http://schemas.microsoft.com/office/drawing/2014/main" id="{B0176CD1-1D5F-920B-6DC8-842A78D63B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542328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16" name="제목 3">
            <a:extLst>
              <a:ext uri="{FF2B5EF4-FFF2-40B4-BE49-F238E27FC236}">
                <a16:creationId xmlns:a16="http://schemas.microsoft.com/office/drawing/2014/main" id="{30232FF3-CD3F-40CB-AEA1-FDEE2882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C880B627-DB1D-41C6-AA8A-C4890D413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2" name="직사각형 11">
            <a:extLst>
              <a:ext uri="{FF2B5EF4-FFF2-40B4-BE49-F238E27FC236}">
                <a16:creationId xmlns:a16="http://schemas.microsoft.com/office/drawing/2014/main" id="{ADE16AB3-A9EE-8DEB-C5DA-8C881687EF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1722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8F19D3-C1E4-404A-B768-CDF9BAFEB9E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688288" y="822232"/>
            <a:ext cx="3387253" cy="5659487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Description </a:t>
            </a:r>
            <a:r>
              <a:rPr lang="ko-KR" altLang="en-US" dirty="0"/>
              <a:t>입력하세요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6DA5D7-3EC4-42AD-BDCE-DD37AA3CE350}"/>
              </a:ext>
            </a:extLst>
          </p:cNvPr>
          <p:cNvSpPr/>
          <p:nvPr userDrawn="1"/>
        </p:nvSpPr>
        <p:spPr bwMode="auto">
          <a:xfrm>
            <a:off x="8688074" y="642786"/>
            <a:ext cx="3387254" cy="583893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846CC8C-ADF6-49BC-A0E1-6FBD00034B0D}"/>
              </a:ext>
            </a:extLst>
          </p:cNvPr>
          <p:cNvSpPr/>
          <p:nvPr userDrawn="1"/>
        </p:nvSpPr>
        <p:spPr bwMode="auto">
          <a:xfrm>
            <a:off x="8688066" y="642786"/>
            <a:ext cx="3387294" cy="179446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>
                <a:solidFill>
                  <a:schemeClr val="bg1"/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rPr>
              <a:t>Descriptions</a:t>
            </a:r>
            <a:endParaRPr kumimoji="0" lang="ko-KR" altLang="en-US" sz="800" b="1" kern="0" dirty="0">
              <a:solidFill>
                <a:schemeClr val="bg1"/>
              </a:solidFill>
              <a:latin typeface="Noto Sans CJK KR Light" panose="020B0300000000000000" pitchFamily="34" charset="-127"/>
              <a:ea typeface="Noto Sans CJK KR Light" panose="020B0300000000000000" pitchFamily="34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D8B6D-56A5-4F86-AC3A-3BB03AF5B9E7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F5720AC-BDC7-4237-935A-21C93510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622D8-A844-4114-870A-9668740BFFF2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775939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D2C8C454-1801-6D11-874D-2F1DDF110827}"/>
              </a:ext>
            </a:extLst>
          </p:cNvPr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968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D8B6D-56A5-4F86-AC3A-3BB03AF5B9E7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F5720AC-BDC7-4237-935A-21C93510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622D8-A844-4114-870A-9668740BFFF2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953122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D2C8C454-1801-6D11-874D-2F1DDF110827}"/>
              </a:ext>
            </a:extLst>
          </p:cNvPr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59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D8B6D-56A5-4F86-AC3A-3BB03AF5B9E7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F5720AC-BDC7-4237-935A-21C93510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622D8-A844-4114-870A-9668740BFFF2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166617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35937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D8B6D-56A5-4F86-AC3A-3BB03AF5B9E7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F5720AC-BDC7-4237-935A-21C93510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622D8-A844-4114-870A-9668740BFFF2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30426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0EB5892A-C44D-C5A8-FF91-BB6D10642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308" y="694876"/>
            <a:ext cx="2694527" cy="582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>
            <a:spLocks/>
          </p:cNvSpPr>
          <p:nvPr userDrawn="1"/>
        </p:nvSpPr>
        <p:spPr bwMode="auto">
          <a:xfrm>
            <a:off x="5786927" y="6649533"/>
            <a:ext cx="609600" cy="1231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865188">
              <a:defRPr/>
            </a:pPr>
            <a:fld id="{6FDFDBFA-678E-4CB6-9528-3A75FFBC609B}" type="slidenum">
              <a:rPr lang="en-US" altLang="ko-KR" sz="800" smtClean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 defTabSz="865188">
                <a:defRPr/>
              </a:pPr>
              <a:t>‹#›</a:t>
            </a:fld>
            <a:r>
              <a:rPr lang="en-US" altLang="ko-KR" sz="800" dirty="0">
                <a:solidFill>
                  <a:srgbClr val="EE2B2B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  <a:sym typeface="Arial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2499" y="6070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b="1" baseline="0" dirty="0">
                <a:solidFill>
                  <a:schemeClr val="bg1">
                    <a:lumMod val="8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프로젝트명</a:t>
            </a:r>
            <a:endParaRPr lang="en-US" altLang="ko-KR" sz="800" b="1" baseline="0" dirty="0">
              <a:solidFill>
                <a:schemeClr val="bg1">
                  <a:lumMod val="8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 bwMode="auto">
          <a:xfrm>
            <a:off x="123825" y="280988"/>
            <a:ext cx="11979782" cy="288925"/>
          </a:xfrm>
          <a:prstGeom prst="roundRect">
            <a:avLst>
              <a:gd name="adj" fmla="val 10121"/>
            </a:avLst>
          </a:prstGeom>
          <a:solidFill>
            <a:schemeClr val="bg1">
              <a:lumMod val="65000"/>
            </a:schemeClr>
          </a:solidFill>
          <a:ln w="3175">
            <a:noFill/>
            <a:round/>
            <a:headEnd/>
            <a:tailEnd/>
          </a:ln>
          <a:effectLst/>
        </p:spPr>
        <p:txBody>
          <a:bodyPr lIns="36000" tIns="18000" rIns="36000" bIns="18000" anchor="ctr"/>
          <a:lstStyle/>
          <a:p>
            <a:pPr algn="ctr" defTabSz="79375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F580CE5-591A-4BE4-921E-9CFDFB0BC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63" y="694876"/>
            <a:ext cx="2694527" cy="5829749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FAD51418-7019-4944-95D1-8FB6317F6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652" y="694876"/>
            <a:ext cx="2694527" cy="5829749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B31812-6B0E-489F-8633-E8B54D0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480" y="694876"/>
            <a:ext cx="2694527" cy="58297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D8B6D-56A5-4F86-AC3A-3BB03AF5B9E7}"/>
              </a:ext>
            </a:extLst>
          </p:cNvPr>
          <p:cNvSpPr/>
          <p:nvPr userDrawn="1"/>
        </p:nvSpPr>
        <p:spPr>
          <a:xfrm>
            <a:off x="10726176" y="315600"/>
            <a:ext cx="133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7F5720AC-BDC7-4237-935A-21C935106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085" y="333264"/>
            <a:ext cx="1353154" cy="204281"/>
          </a:xfrm>
        </p:spPr>
        <p:txBody>
          <a:bodyPr anchor="b">
            <a:normAutofit/>
          </a:bodyPr>
          <a:lstStyle>
            <a:lvl1pPr marL="0" indent="0">
              <a:buNone/>
              <a:defRPr sz="800" b="1">
                <a:solidFill>
                  <a:schemeClr val="bg2">
                    <a:lumMod val="10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622D8-A844-4114-870A-9668740BFFF2}"/>
              </a:ext>
            </a:extLst>
          </p:cNvPr>
          <p:cNvSpPr txBox="1"/>
          <p:nvPr userDrawn="1"/>
        </p:nvSpPr>
        <p:spPr>
          <a:xfrm>
            <a:off x="10153392" y="31560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Page ID </a:t>
            </a:r>
            <a:endParaRPr lang="ko-KR" altLang="en-US" sz="800" b="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1" name="제목 3">
            <a:extLst>
              <a:ext uri="{FF2B5EF4-FFF2-40B4-BE49-F238E27FC236}">
                <a16:creationId xmlns:a16="http://schemas.microsoft.com/office/drawing/2014/main" id="{E225BD6D-EB9D-47A2-9E24-66BC8959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4" y="296652"/>
            <a:ext cx="6409928" cy="258532"/>
          </a:xfrm>
        </p:spPr>
        <p:txBody>
          <a:bodyPr wrap="square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b="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DBA2885-B024-8524-FEEF-2CD816997D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7020" y="6610911"/>
            <a:ext cx="40565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865188">
              <a:spcBef>
                <a:spcPct val="50000"/>
              </a:spcBef>
              <a:defRPr/>
            </a:pPr>
            <a:r>
              <a:rPr lang="en-US" altLang="ko-KR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Notice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: The enclosed material is proprietary to (</a:t>
            </a:r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제작자 이름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itchFamily="34" charset="0"/>
              </a:rPr>
              <a:t>))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0EB5892A-C44D-C5A8-FF91-BB6D10642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308" y="694876"/>
            <a:ext cx="2694527" cy="582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8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7">
          <p15:clr>
            <a:srgbClr val="FBAE40"/>
          </p15:clr>
        </p15:guide>
        <p15:guide id="2" orient="horz" pos="2273">
          <p15:clr>
            <a:srgbClr val="FBAE40"/>
          </p15:clr>
        </p15:guide>
        <p15:guide id="3" orient="horz" pos="436">
          <p15:clr>
            <a:srgbClr val="000000"/>
          </p15:clr>
        </p15:guide>
        <p15:guide id="6" pos="7605">
          <p15:clr>
            <a:srgbClr val="FBAE40"/>
          </p15:clr>
        </p15:guide>
        <p15:guide id="7" pos="5337">
          <p15:clr>
            <a:srgbClr val="000000"/>
          </p15:clr>
        </p15:guide>
        <p15:guide id="8" orient="horz" pos="4110">
          <p15:clr>
            <a:srgbClr val="000000"/>
          </p15:clr>
        </p15:guide>
        <p15:guide id="9" pos="75">
          <p15:clr>
            <a:srgbClr val="000000"/>
          </p15:clr>
        </p15:guide>
        <p15:guide id="10" pos="2706">
          <p15:clr>
            <a:srgbClr val="FBAE40"/>
          </p15:clr>
        </p15:guide>
        <p15:guide id="11" pos="449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48B565-BE5E-5E9A-54E2-24B2C9DA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FE9024-5600-6E02-97A9-CC2E4BB2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A93CF-D595-AFC9-DAD4-D380B0B97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E3DFB-02CB-D345-88BC-3632E80A9A5F}" type="datetimeFigureOut">
              <a:rPr kumimoji="1" lang="ko-Kore-KR" altLang="en-US" smtClean="0"/>
              <a:t>11/21/23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F3523-DA40-3279-3C56-644D693A3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B7D5AB-E068-B5B3-C64B-3948A410C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F8137-F4D0-1D44-8BD9-D5266130DFC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963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2" r:id="rId18"/>
    <p:sldLayoutId id="2147483683" r:id="rId19"/>
    <p:sldLayoutId id="2147483680" r:id="rId20"/>
    <p:sldLayoutId id="2147483681" r:id="rId21"/>
    <p:sldLayoutId id="2147483678" r:id="rId22"/>
    <p:sldLayoutId id="214748367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679F4-3591-4B9E-8DED-DD960141790F}"/>
              </a:ext>
            </a:extLst>
          </p:cNvPr>
          <p:cNvSpPr txBox="1"/>
          <p:nvPr/>
        </p:nvSpPr>
        <p:spPr>
          <a:xfrm>
            <a:off x="1813568" y="2329314"/>
            <a:ext cx="856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Source Sans Pro SemiBold" panose="020B0603030403020204" pitchFamily="34" charset="0"/>
                <a:ea typeface="Source Sans Pro SemiBold" panose="020B0603030403020204" pitchFamily="34" charset="0"/>
                <a:cs typeface="Arial" panose="020B0604020202020204" pitchFamily="34" charset="0"/>
              </a:rPr>
              <a:t>Project Name</a:t>
            </a:r>
            <a:endParaRPr lang="ko-KR" altLang="en-US" sz="3600" dirty="0">
              <a:latin typeface="Source Sans Pro SemiBold" panose="020B06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921B1-86E2-4086-BD41-4CB5F2AD28DE}"/>
              </a:ext>
            </a:extLst>
          </p:cNvPr>
          <p:cNvSpPr txBox="1"/>
          <p:nvPr/>
        </p:nvSpPr>
        <p:spPr>
          <a:xfrm>
            <a:off x="4909072" y="3827789"/>
            <a:ext cx="2373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</a:rPr>
              <a:t>2022.04.12</a:t>
            </a:r>
            <a:endParaRPr lang="ko-KR" alt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E44DE1-7D79-4FB6-8C20-FFFB63F4C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04846"/>
            <a:ext cx="12192000" cy="376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399" tIns="43200" rIns="86399" bIns="43200">
            <a:spAutoFit/>
          </a:bodyPr>
          <a:lstStyle/>
          <a:p>
            <a:pPr algn="ctr" defTabSz="865188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  <a:cs typeface="Arial" pitchFamily="34" charset="0"/>
              </a:rPr>
              <a:t>화면설계서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75743-DAB4-482F-9122-21564C61280B}"/>
              </a:ext>
            </a:extLst>
          </p:cNvPr>
          <p:cNvSpPr>
            <a:spLocks/>
          </p:cNvSpPr>
          <p:nvPr/>
        </p:nvSpPr>
        <p:spPr bwMode="auto">
          <a:xfrm>
            <a:off x="807636" y="6101112"/>
            <a:ext cx="1389804" cy="17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1pPr>
            <a:lvl2pPr marL="37931725" indent="-37474525" eaLnBrk="0" hangingPunct="0"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2pPr>
            <a:lvl3pPr eaLnBrk="0" hangingPunct="0"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3pPr>
            <a:lvl4pPr eaLnBrk="0" hangingPunct="0"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4pPr>
            <a:lvl5pPr eaLnBrk="0" hangingPunct="0"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GillSans" charset="0"/>
                <a:ea typeface="ヒラギノ角ゴ ProN W6" pitchFamily="-103" charset="-128"/>
                <a:sym typeface="GillSans" charset="0"/>
              </a:defRPr>
            </a:lvl9pPr>
          </a:lstStyle>
          <a:p>
            <a:pPr algn="l" eaLnBrk="1" hangingPunct="1"/>
            <a:r>
              <a:rPr lang="en-US" altLang="ko-KR" sz="569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Avenir"/>
              </a:rPr>
              <a:t>CREDENTIALS </a:t>
            </a:r>
            <a:r>
              <a:rPr lang="en-US" altLang="ko-KR" sz="569" b="1" dirty="0"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맑은 고딕 Semilight" panose="020B0502040204020203" pitchFamily="50" charset="-127"/>
                <a:sym typeface="Colette" charset="0"/>
              </a:rPr>
              <a:t>2021</a:t>
            </a:r>
          </a:p>
          <a:p>
            <a:pPr algn="l" eaLnBrk="1" hangingPunct="1"/>
            <a:r>
              <a:rPr lang="en-US" altLang="ko-KR" sz="569" b="1" dirty="0"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맑은 고딕 Semilight" panose="020B0502040204020203" pitchFamily="50" charset="-127"/>
                <a:sym typeface="Colette" charset="0"/>
              </a:rPr>
              <a:t>LAST UPDATED ON </a:t>
            </a:r>
            <a:fld id="{6E1FCB92-DCC6-4EF2-BA1E-281F35ED4595}" type="datetime4">
              <a:rPr lang="en-US" altLang="ko-KR" sz="569" b="1"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맑은 고딕 Semilight" panose="020B0502040204020203" pitchFamily="50" charset="-127"/>
                <a:sym typeface="Colette" charset="0"/>
              </a:rPr>
              <a:pPr algn="l" eaLnBrk="1" hangingPunct="1"/>
              <a:t>November 21, 2023</a:t>
            </a:fld>
            <a:endParaRPr lang="en-US" altLang="ko-KR" sz="569" b="1" dirty="0">
              <a:solidFill>
                <a:schemeClr val="tx1">
                  <a:lumMod val="95000"/>
                  <a:lumOff val="5000"/>
                </a:schemeClr>
              </a:solidFill>
              <a:latin typeface="NanumSquareOTF_ac Light" panose="020B0600000101010101" pitchFamily="34" charset="-127"/>
              <a:ea typeface="NanumSquareOTF_ac Light" panose="020B0600000101010101" pitchFamily="34" charset="-127"/>
              <a:cs typeface="맑은 고딕 Semilight" panose="020B0502040204020203" pitchFamily="50" charset="-127"/>
              <a:sym typeface="Colette" charset="0"/>
            </a:endParaRPr>
          </a:p>
        </p:txBody>
      </p:sp>
      <p:sp>
        <p:nvSpPr>
          <p:cNvPr id="7" name="Shape 529">
            <a:extLst>
              <a:ext uri="{FF2B5EF4-FFF2-40B4-BE49-F238E27FC236}">
                <a16:creationId xmlns:a16="http://schemas.microsoft.com/office/drawing/2014/main" id="{8047C49C-AA1E-41F5-A4CA-27F8491D3293}"/>
              </a:ext>
            </a:extLst>
          </p:cNvPr>
          <p:cNvSpPr/>
          <p:nvPr/>
        </p:nvSpPr>
        <p:spPr>
          <a:xfrm>
            <a:off x="807636" y="6292249"/>
            <a:ext cx="2122376" cy="87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73286">
              <a:defRPr sz="1400">
                <a:solidFill>
                  <a:srgbClr val="FFFFFF"/>
                </a:solidFill>
                <a:latin typeface="Colette-Regular"/>
                <a:ea typeface="Colette-Regular"/>
                <a:cs typeface="Colette-Regular"/>
                <a:sym typeface="Colette-Regular"/>
              </a:defRPr>
            </a:pPr>
            <a:r>
              <a:rPr lang="en-US" sz="56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Avenir"/>
              </a:rPr>
              <a:t>THE ENCLOSED MATERIAL IS PROPRIETARY TO </a:t>
            </a:r>
            <a:r>
              <a:rPr lang="en-US" altLang="ko-KR" sz="56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Avenir"/>
              </a:rPr>
              <a:t>PLANEZ HARRY</a:t>
            </a:r>
            <a:endParaRPr lang="en-US" sz="569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NanumSquareOTF_ac Light" panose="020B0600000101010101" pitchFamily="34" charset="-127"/>
              <a:ea typeface="NanumSquareOTF_ac Light" panose="020B0600000101010101" pitchFamily="34" charset="-127"/>
              <a:cs typeface="Avenir"/>
            </a:endParaRPr>
          </a:p>
        </p:txBody>
      </p:sp>
      <p:sp>
        <p:nvSpPr>
          <p:cNvPr id="8" name="Shape 528">
            <a:extLst>
              <a:ext uri="{FF2B5EF4-FFF2-40B4-BE49-F238E27FC236}">
                <a16:creationId xmlns:a16="http://schemas.microsoft.com/office/drawing/2014/main" id="{702F9F9C-AE9E-40DE-B2A3-C448938A7FD5}"/>
              </a:ext>
            </a:extLst>
          </p:cNvPr>
          <p:cNvSpPr/>
          <p:nvPr/>
        </p:nvSpPr>
        <p:spPr>
          <a:xfrm>
            <a:off x="807636" y="6395798"/>
            <a:ext cx="290144" cy="87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73286">
              <a:defRPr sz="1400">
                <a:solidFill>
                  <a:srgbClr val="FFFFFF"/>
                </a:solidFill>
                <a:latin typeface="Colette-Regular"/>
                <a:ea typeface="Colette-Regular"/>
                <a:cs typeface="Colette-Regular"/>
                <a:sym typeface="Colette-Regular"/>
              </a:defRPr>
            </a:pPr>
            <a:r>
              <a:rPr lang="en-US" sz="569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NanumSquareOTF_ac Light" panose="020B0600000101010101" pitchFamily="34" charset="-127"/>
                <a:ea typeface="NanumSquareOTF_ac Light" panose="020B0600000101010101" pitchFamily="34" charset="-127"/>
                <a:cs typeface="Avenir"/>
              </a:rPr>
              <a:t>Planez.kr</a:t>
            </a:r>
            <a:endParaRPr lang="en-US" sz="569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NanumSquareOTF_ac Light" panose="020B0600000101010101" pitchFamily="34" charset="-127"/>
              <a:ea typeface="NanumSquareOTF_ac Light" panose="020B0600000101010101" pitchFamily="34" charset="-127"/>
              <a:cs typeface="Aveni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D87021-BE4A-1A33-8190-4A102D6F0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9" y="6101112"/>
            <a:ext cx="376169" cy="3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8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B7AB-3DC3-DD69-47BA-90897474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History</a:t>
            </a:r>
            <a:endParaRPr kumimoji="1" lang="ko-KR" altLang="en-US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7C6B2F5C-19B1-0FC2-953B-760928B8B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631890"/>
              </p:ext>
            </p:extLst>
          </p:nvPr>
        </p:nvGraphicFramePr>
        <p:xfrm>
          <a:off x="273050" y="836613"/>
          <a:ext cx="11690349" cy="3259597"/>
        </p:xfrm>
        <a:graphic>
          <a:graphicData uri="http://schemas.openxmlformats.org/drawingml/2006/table">
            <a:tbl>
              <a:tblPr/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6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Arial" charset="0"/>
                        </a:rPr>
                        <a:t>Date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Arial" charset="0"/>
                        </a:rPr>
                        <a:t>Version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Arial" charset="0"/>
                        </a:rPr>
                        <a:t>세부내용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Arial" charset="0"/>
                        </a:rPr>
                        <a:t>작성자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601120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242764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87654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259811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046358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368511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30847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82958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964462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032567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671410"/>
                  </a:ext>
                </a:extLst>
              </a:tr>
              <a:tr h="1377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산돌고딕 L" pitchFamily="18" charset="-127"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  <a:sym typeface="Arial" charset="0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36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89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3045B-AAC3-764B-4143-22EC31AB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기본화면</a:t>
            </a:r>
          </a:p>
        </p:txBody>
      </p:sp>
    </p:spTree>
    <p:extLst>
      <p:ext uri="{BB962C8B-B14F-4D97-AF65-F5344CB8AC3E}">
        <p14:creationId xmlns:p14="http://schemas.microsoft.com/office/powerpoint/2010/main" val="188718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7865B8-5064-8358-9D23-414421B4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1AF301C-DF9B-97FB-B23F-9A3344D0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기본화면</a:t>
            </a:r>
            <a:r>
              <a:rPr lang="en-US" altLang="ko-KR" dirty="0"/>
              <a:t>(Page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724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7B65096-AD68-BC2C-05D4-341FF6E4643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기본화면</a:t>
            </a:r>
            <a:r>
              <a:rPr lang="en-US" altLang="ko-KR" dirty="0"/>
              <a:t>(Description)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75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CB8BF1-71FE-E9A0-25F9-E43518D1066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B543E-EA07-5538-7341-9EDA303C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기본화면</a:t>
            </a:r>
            <a:r>
              <a:rPr lang="en-US" altLang="ko-KR" dirty="0"/>
              <a:t>(</a:t>
            </a:r>
            <a:r>
              <a:rPr lang="en-US" altLang="ko-KR" dirty="0" err="1"/>
              <a:t>Description_Page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929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AC95A7-1F03-DF3C-5B4D-53C25EB7577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화면</a:t>
            </a:r>
            <a:r>
              <a:rPr lang="en-US" altLang="ko-KR" dirty="0"/>
              <a:t>(Description)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80E6C-FF04-B837-C610-838277090AAA}"/>
              </a:ext>
            </a:extLst>
          </p:cNvPr>
          <p:cNvSpPr txBox="1"/>
          <p:nvPr/>
        </p:nvSpPr>
        <p:spPr>
          <a:xfrm>
            <a:off x="3179640" y="2780920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1920*1080(16:9)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88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6A8333-7F1C-4281-F868-FFC19849991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A348E7-3545-6C45-88AE-D7D2B1D5A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화면</a:t>
            </a:r>
            <a:r>
              <a:rPr lang="en-US" altLang="ko-KR" dirty="0"/>
              <a:t>(</a:t>
            </a:r>
            <a:r>
              <a:rPr lang="en-US" altLang="ko-KR" dirty="0" err="1"/>
              <a:t>Description_Page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311E2-4ED2-B220-43CF-2C060D47F00D}"/>
              </a:ext>
            </a:extLst>
          </p:cNvPr>
          <p:cNvSpPr txBox="1"/>
          <p:nvPr/>
        </p:nvSpPr>
        <p:spPr>
          <a:xfrm>
            <a:off x="3179640" y="2780920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1920*1080(16:9)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508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8ADDC2-DCCD-97E6-0AED-0F0986E73D2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화면</a:t>
            </a:r>
            <a:r>
              <a:rPr lang="en-US" altLang="ko-KR" dirty="0"/>
              <a:t>(Description) **</a:t>
            </a:r>
            <a:r>
              <a:rPr lang="ko-KR" altLang="en-US" dirty="0" err="1"/>
              <a:t>높이값</a:t>
            </a:r>
            <a:r>
              <a:rPr lang="ko-KR" altLang="en-US" dirty="0"/>
              <a:t> 증가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90AF-36E3-A5A1-0A1E-BA8471429C5E}"/>
              </a:ext>
            </a:extLst>
          </p:cNvPr>
          <p:cNvSpPr txBox="1"/>
          <p:nvPr/>
        </p:nvSpPr>
        <p:spPr>
          <a:xfrm>
            <a:off x="3179640" y="278092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1920*1080+⍺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9316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FC87A-EBFC-102F-A11C-1CADA62E28B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4BAD63-1528-FF37-8E7E-40F259F01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D42D4F-F266-087B-1A2E-C88F1FD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화면</a:t>
            </a:r>
            <a:r>
              <a:rPr lang="en-US" altLang="ko-KR" dirty="0"/>
              <a:t>(</a:t>
            </a:r>
            <a:r>
              <a:rPr lang="en-US" altLang="ko-KR" dirty="0" err="1"/>
              <a:t>Description_Page</a:t>
            </a:r>
            <a:r>
              <a:rPr lang="en-US" altLang="ko-KR" dirty="0"/>
              <a:t> ID) **</a:t>
            </a:r>
            <a:r>
              <a:rPr lang="ko-KR" altLang="en-US" dirty="0" err="1"/>
              <a:t>높이값</a:t>
            </a:r>
            <a:r>
              <a:rPr lang="ko-KR" altLang="en-US" dirty="0"/>
              <a:t> 증가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90AF-36E3-A5A1-0A1E-BA8471429C5E}"/>
              </a:ext>
            </a:extLst>
          </p:cNvPr>
          <p:cNvSpPr txBox="1"/>
          <p:nvPr/>
        </p:nvSpPr>
        <p:spPr>
          <a:xfrm>
            <a:off x="3179640" y="278092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1920*1080+⍺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69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F8A872-4298-8F0B-835F-B058DD519E7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</a:t>
            </a:r>
            <a:r>
              <a:rPr lang="en-US" altLang="ko-KR" dirty="0" err="1"/>
              <a:t>Desctiption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690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AE4726-F26D-718B-B233-53A12C47431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8333442-D8ED-21D6-686B-2E3BABCDA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</a:t>
            </a:r>
            <a:r>
              <a:rPr lang="en-US" altLang="ko-KR" dirty="0" err="1"/>
              <a:t>Desctiption_Page</a:t>
            </a:r>
            <a:r>
              <a:rPr lang="ko-KR" altLang="en-US" dirty="0"/>
              <a:t> </a:t>
            </a:r>
            <a:r>
              <a:rPr lang="en-US" altLang="ko-KR" dirty="0"/>
              <a:t>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9677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2830E-1DF3-7591-A817-2A503AA9380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(2 </a:t>
            </a:r>
            <a:r>
              <a:rPr lang="en-US" altLang="ko-KR" dirty="0" err="1"/>
              <a:t>Screens_Desctiption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09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CD4C2B-7060-50F9-55A2-1E00280AA09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5A370D-B977-AC0D-EBF3-B9E4F06A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(2 </a:t>
            </a:r>
            <a:r>
              <a:rPr lang="en-US" altLang="ko-KR" dirty="0" err="1"/>
              <a:t>Screens_Desctiption_Page</a:t>
            </a:r>
            <a:r>
              <a:rPr lang="ko-KR" altLang="en-US" dirty="0"/>
              <a:t> </a:t>
            </a:r>
            <a:r>
              <a:rPr lang="en-US" altLang="ko-KR" dirty="0"/>
              <a:t>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54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CA8E52-205B-5172-5DD6-9971897DA10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(3 </a:t>
            </a:r>
            <a:r>
              <a:rPr lang="en-US" altLang="ko-KR" dirty="0" err="1"/>
              <a:t>Screens_Desctiption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558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A5D6A-2D0F-7398-D312-373356C07F2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18EBC2-EAA6-3C0F-B666-4573F706C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(3 </a:t>
            </a:r>
            <a:r>
              <a:rPr lang="en-US" altLang="ko-KR" dirty="0" err="1"/>
              <a:t>Screens_Desctiption_Page</a:t>
            </a:r>
            <a:r>
              <a:rPr lang="ko-KR" altLang="en-US" dirty="0"/>
              <a:t> </a:t>
            </a:r>
            <a:r>
              <a:rPr lang="en-US" altLang="ko-KR" dirty="0"/>
              <a:t>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393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(1 Screens)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100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74CABE-BAD9-F38A-3582-30CE4DDF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(1 </a:t>
            </a:r>
            <a:r>
              <a:rPr lang="en-US" altLang="ko-KR" dirty="0" err="1"/>
              <a:t>Screens_Page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921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(2 Screens)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8510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4C42D-3F77-8415-C9CC-94E6842B8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(2 </a:t>
            </a:r>
            <a:r>
              <a:rPr lang="en-US" altLang="ko-KR" dirty="0" err="1"/>
              <a:t>Screens_Page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3397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(3 Screens)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54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AC716E8-2B44-93A8-5187-64F07BC8D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(3 </a:t>
            </a:r>
            <a:r>
              <a:rPr lang="en-US" altLang="ko-KR" dirty="0" err="1"/>
              <a:t>Screens_Page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151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(4 Screens)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26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35DB2-8771-6275-21AA-CF07A640D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05BFC6-F600-6BBF-5489-502B79E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Mobile</a:t>
            </a:r>
            <a:r>
              <a:rPr lang="ko-KR" altLang="en-US" dirty="0"/>
              <a:t> 화면</a:t>
            </a:r>
            <a:r>
              <a:rPr lang="en-US" altLang="ko-KR" dirty="0"/>
              <a:t>(4 </a:t>
            </a:r>
            <a:r>
              <a:rPr lang="en-US" altLang="ko-KR" dirty="0" err="1"/>
              <a:t>Screens_Page</a:t>
            </a:r>
            <a:r>
              <a:rPr lang="en-US" altLang="ko-KR" dirty="0"/>
              <a:t> 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944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CB0BAC-51A9-AD7F-BFB7-04EE8CE59E37}"/>
              </a:ext>
            </a:extLst>
          </p:cNvPr>
          <p:cNvSpPr txBox="1"/>
          <p:nvPr/>
        </p:nvSpPr>
        <p:spPr>
          <a:xfrm>
            <a:off x="5294595" y="3013502"/>
            <a:ext cx="16028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800" b="1" dirty="0">
                <a:solidFill>
                  <a:schemeClr val="bg1"/>
                </a:solidFill>
              </a:rPr>
              <a:t>E.O.D</a:t>
            </a:r>
            <a:endParaRPr kumimoji="1" lang="ko-KR" alt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5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204</Words>
  <Application>Microsoft Macintosh PowerPoint</Application>
  <PresentationFormat>와이드스크린</PresentationFormat>
  <Paragraphs>39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맑은 고딕</vt:lpstr>
      <vt:lpstr>맑은 고딕</vt:lpstr>
      <vt:lpstr>산돌고딕 L</vt:lpstr>
      <vt:lpstr>NanumSquareOTF_ac Light</vt:lpstr>
      <vt:lpstr>Noto Sans CJK KR Bold</vt:lpstr>
      <vt:lpstr>Noto Sans CJK KR Light</vt:lpstr>
      <vt:lpstr>Arial</vt:lpstr>
      <vt:lpstr>Calibri</vt:lpstr>
      <vt:lpstr>Calibri Light</vt:lpstr>
      <vt:lpstr>Source Sans Pro SemiBold</vt:lpstr>
      <vt:lpstr>Office 테마</vt:lpstr>
      <vt:lpstr>PowerPoint 프레젠테이션</vt:lpstr>
      <vt:lpstr>Document History</vt:lpstr>
      <vt:lpstr>기본화면</vt:lpstr>
      <vt:lpstr>기본화면(Page ID)</vt:lpstr>
      <vt:lpstr>기본화면(Description)</vt:lpstr>
      <vt:lpstr>기본화면(Description_Page ID)</vt:lpstr>
      <vt:lpstr>PC 화면(Description)</vt:lpstr>
      <vt:lpstr>PC 화면(Description_Page ID)</vt:lpstr>
      <vt:lpstr>PC 화면(Description) **높이값 증가</vt:lpstr>
      <vt:lpstr>PC 화면(Description_Page ID) **높이값 증가</vt:lpstr>
      <vt:lpstr>Mobile 화면(Desctiption)</vt:lpstr>
      <vt:lpstr>Mobile 화면(Desctiption_Page ID)</vt:lpstr>
      <vt:lpstr>Mobile 화면(2 Screens_Desctiption)</vt:lpstr>
      <vt:lpstr>Mobile 화면(2 Screens_Desctiption_Page ID)</vt:lpstr>
      <vt:lpstr>Mobile 화면(3 Screens_Desctiption)</vt:lpstr>
      <vt:lpstr>Mobile 화면(3 Screens_Desctiption_Page ID)</vt:lpstr>
      <vt:lpstr>Mobile 화면(1 Screens)</vt:lpstr>
      <vt:lpstr>Mobile 화면(1 Screens_Page ID)</vt:lpstr>
      <vt:lpstr>Mobile 화면(2 Screens)</vt:lpstr>
      <vt:lpstr>Mobile 화면(2 Screens_Page ID)</vt:lpstr>
      <vt:lpstr>Mobile 화면(3 Screens)</vt:lpstr>
      <vt:lpstr>Mobile 화면(3 Screens_Page ID)</vt:lpstr>
      <vt:lpstr>Mobile 화면(4 Screens)</vt:lpstr>
      <vt:lpstr>Mobile 화면(4 Screens_Page ID)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&gt; 거래 상세페이지_호가(호가창 영역 정의)_1</dc:title>
  <dc:creator>Harry</dc:creator>
  <cp:lastModifiedBy>Harry</cp:lastModifiedBy>
  <cp:revision>3</cp:revision>
  <dcterms:created xsi:type="dcterms:W3CDTF">2023-07-06T02:53:29Z</dcterms:created>
  <dcterms:modified xsi:type="dcterms:W3CDTF">2023-11-21T02:34:19Z</dcterms:modified>
</cp:coreProperties>
</file>